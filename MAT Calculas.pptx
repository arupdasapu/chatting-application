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1"/>
  </p:notesMasterIdLst>
  <p:sldIdLst>
    <p:sldId id="257" r:id="rId2"/>
    <p:sldId id="267" r:id="rId3"/>
    <p:sldId id="268" r:id="rId4"/>
    <p:sldId id="269" r:id="rId5"/>
    <p:sldId id="260" r:id="rId6"/>
    <p:sldId id="261" r:id="rId7"/>
    <p:sldId id="262" r:id="rId8"/>
    <p:sldId id="266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9928" autoAdjust="0"/>
  </p:normalViewPr>
  <p:slideViewPr>
    <p:cSldViewPr>
      <p:cViewPr varScale="1">
        <p:scale>
          <a:sx n="73" d="100"/>
          <a:sy n="73" d="100"/>
        </p:scale>
        <p:origin x="-129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FEFCA-4109-4FCC-A1BE-00A6584B78C7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FD868-9423-4BBB-8D2C-A4F93AD252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203B6-993F-4673-8904-E12397C2E4A2}" type="datetimeFigureOut">
              <a:rPr lang="en-US" smtClean="0"/>
              <a:pPr/>
              <a:t>11/18/2022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86C6C-5197-4023-8786-8D6BD538307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0" y="-304800"/>
            <a:ext cx="9144000" cy="7391400"/>
          </a:xfrm>
          <a:blipFill>
            <a:blip r:embed="rId2" cstate="print"/>
            <a:tile tx="0" ty="0" sx="100000" sy="100000" flip="none" algn="tl"/>
          </a:blipFill>
          <a:ln w="57150">
            <a:solidFill>
              <a:srgbClr val="92D050"/>
            </a:solidFill>
          </a:ln>
        </p:spPr>
        <p:txBody>
          <a:bodyPr>
            <a:normAutofit/>
          </a:bodyPr>
          <a:lstStyle/>
          <a:p>
            <a:r>
              <a:rPr lang="en-US" sz="9600" u="sng" dirty="0" smtClean="0">
                <a:latin typeface="Aachen Bold Float" pitchFamily="18" charset="0"/>
              </a:rPr>
              <a:t>Calculus</a:t>
            </a:r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dirty="0" smtClean="0"/>
              <a:t>Application in </a:t>
            </a:r>
            <a:br>
              <a:rPr lang="en-US" dirty="0" smtClean="0"/>
            </a:br>
            <a:r>
              <a:rPr lang="en-US" dirty="0" smtClean="0"/>
              <a:t>real life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  <a:ln w="57150">
            <a:solidFill>
              <a:srgbClr val="92D050"/>
            </a:solidFill>
          </a:ln>
        </p:spPr>
        <p:txBody>
          <a:bodyPr/>
          <a:lstStyle/>
          <a:p>
            <a:r>
              <a:rPr lang="en-US" sz="2400" b="1" dirty="0" smtClean="0"/>
              <a:t>Name: Arup Das </a:t>
            </a:r>
            <a:r>
              <a:rPr lang="en-US" sz="2400" b="1" dirty="0" err="1" smtClean="0"/>
              <a:t>Apu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>      Id: 0242220005341023</a:t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>  Course Title: MAT101</a:t>
            </a:r>
            <a:br>
              <a:rPr lang="en-US" sz="2400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2400" b="1" dirty="0" smtClean="0"/>
              <a:t>Session: </a:t>
            </a:r>
            <a:r>
              <a:rPr lang="en-US" sz="2400" b="1" dirty="0" smtClean="0"/>
              <a:t>Fall</a:t>
            </a:r>
            <a:r>
              <a:rPr lang="en-US" sz="2400" b="1" dirty="0" smtClean="0"/>
              <a:t> </a:t>
            </a:r>
            <a:r>
              <a:rPr lang="en-US" sz="2400" b="1" dirty="0" smtClean="0"/>
              <a:t>2022</a:t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b="1" dirty="0" smtClean="0"/>
              <a:t>                     Submitted to </a:t>
            </a:r>
            <a:r>
              <a:rPr lang="en-US" sz="2400" b="1" dirty="0" err="1" smtClean="0"/>
              <a:t>Fatema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Tuz-Zohora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endParaRPr lang="en-US" b="1" dirty="0"/>
          </a:p>
        </p:txBody>
      </p:sp>
      <p:sp>
        <p:nvSpPr>
          <p:cNvPr id="5" name="Right Arrow 4"/>
          <p:cNvSpPr/>
          <p:nvPr/>
        </p:nvSpPr>
        <p:spPr>
          <a:xfrm>
            <a:off x="1752600" y="2743200"/>
            <a:ext cx="978408" cy="484632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1828800" y="1981200"/>
            <a:ext cx="978408" cy="48463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1752600" y="3733800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1752600" y="4495800"/>
            <a:ext cx="978408" cy="48463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1828800" y="1219200"/>
            <a:ext cx="978408" cy="48463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MATH PW\Screenshot 2022-11-07 21445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MATH PW\Screenshot 2022-11-07 2149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MATH PW\Screenshot 2022-11-07 21482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2400"/>
            <a:ext cx="9296400" cy="701040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MATH PW\Screenshot 2022-11-07 21472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:\MATH PW\Screenshot 2022-11-07 21475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:\MATH PW\Screenshot 2022-11-07 21463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28599" y="-152400"/>
            <a:ext cx="9372599" cy="701040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  <a:ln w="76200">
            <a:solidFill>
              <a:srgbClr val="92D050"/>
            </a:solidFill>
          </a:ln>
        </p:spPr>
        <p:txBody>
          <a:bodyPr>
            <a:normAutofit/>
          </a:bodyPr>
          <a:lstStyle/>
          <a:p>
            <a:r>
              <a:rPr lang="en-US" sz="9600" dirty="0" smtClean="0">
                <a:latin typeface="ZTool" pitchFamily="18" charset="0"/>
              </a:rPr>
              <a:t>Thank you</a:t>
            </a:r>
            <a:endParaRPr lang="en-US" sz="9600" dirty="0">
              <a:latin typeface="ZTool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</TotalTime>
  <Words>8</Words>
  <Application>Microsoft Office PowerPoint</Application>
  <PresentationFormat>On-screen Show (4:3)</PresentationFormat>
  <Paragraphs>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Calculus Application in  real life</vt:lpstr>
      <vt:lpstr>Name: Arup Das Apu        Id: 0242220005341023    Course Title: MAT101  Session: Fall 2022                       Submitted to Fatema Tuz-Zohora </vt:lpstr>
      <vt:lpstr>Slide 3</vt:lpstr>
      <vt:lpstr>Slide 4</vt:lpstr>
      <vt:lpstr>Slide 5</vt:lpstr>
      <vt:lpstr>Slide 6</vt:lpstr>
      <vt:lpstr>Slide 7</vt:lpstr>
      <vt:lpstr>Slide 8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pc</cp:lastModifiedBy>
  <cp:revision>37</cp:revision>
  <dcterms:created xsi:type="dcterms:W3CDTF">2022-11-07T15:22:51Z</dcterms:created>
  <dcterms:modified xsi:type="dcterms:W3CDTF">2022-11-18T06:17:28Z</dcterms:modified>
</cp:coreProperties>
</file>